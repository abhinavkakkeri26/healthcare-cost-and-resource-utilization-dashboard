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353" r:id="rId5"/>
    <p:sldId id="345" r:id="rId6"/>
    <p:sldId id="347" r:id="rId7"/>
    <p:sldId id="350" r:id="rId8"/>
    <p:sldId id="348" r:id="rId9"/>
    <p:sldId id="355" r:id="rId10"/>
    <p:sldId id="351" r:id="rId11"/>
    <p:sldId id="35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966" autoAdjust="0"/>
  </p:normalViewPr>
  <p:slideViewPr>
    <p:cSldViewPr snapToGrid="0">
      <p:cViewPr varScale="1">
        <p:scale>
          <a:sx n="63" d="100"/>
          <a:sy n="63" d="100"/>
        </p:scale>
        <p:origin x="1020"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4/9/2025</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4/9/2025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D90036E-D78E-7995-BEF4-F64DA613C71D}"/>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408176" y="1463040"/>
            <a:ext cx="6327648" cy="2180543"/>
          </a:xfrm>
          <a:noFill/>
        </p:spPr>
        <p:txBody>
          <a:bodyPr anchor="b">
            <a:noAutofit/>
          </a:bodyPr>
          <a:lstStyle>
            <a:lvl1pPr algn="ctr">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911096" y="3995928"/>
            <a:ext cx="5321808" cy="824404"/>
          </a:xfrm>
          <a:noFill/>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099048" y="530352"/>
            <a:ext cx="5385816" cy="1810512"/>
          </a:xfrm>
        </p:spPr>
        <p:txBody>
          <a:bodyPr anchor="b">
            <a:normAutofit/>
          </a:bodyPr>
          <a:lstStyle>
            <a:lvl1pPr>
              <a:defRPr sz="40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1" y="0"/>
            <a:ext cx="5174458" cy="6858000"/>
          </a:xfrm>
        </p:spPr>
        <p:txBody>
          <a:bodyPr/>
          <a:lstStyle>
            <a:lvl1pPr marL="0" indent="0">
              <a:buNone/>
              <a:defRPr/>
            </a:lvl1pPr>
          </a:lstStyle>
          <a:p>
            <a:r>
              <a:rPr lang="en-US"/>
              <a:t>Click icon to add picture</a:t>
            </a:r>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099048" y="2962656"/>
            <a:ext cx="5385816" cy="2706624"/>
          </a:xfrm>
        </p:spPr>
        <p:txBody>
          <a:bodyPr>
            <a:normAutofit/>
          </a:bodyPr>
          <a:lstStyle>
            <a:lvl1pPr marL="0" indent="0">
              <a:lnSpc>
                <a:spcPct val="10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6099048"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11234928" y="6356350"/>
            <a:ext cx="716280" cy="365125"/>
          </a:xfrm>
        </p:spPr>
        <p:txBody>
          <a:bodyPr/>
          <a:lstStyle/>
          <a:p>
            <a:fld id="{294A09A9-5501-47C1-A89A-A340965A2BE2}" type="slidenum">
              <a:rPr lang="en-US" smtClean="0"/>
              <a:t>‹#›</a:t>
            </a:fld>
            <a:endParaRPr lang="en-US" dirty="0"/>
          </a:p>
        </p:txBody>
      </p:sp>
      <p:sp>
        <p:nvSpPr>
          <p:cNvPr id="10" name="Rectangle 9">
            <a:extLst>
              <a:ext uri="{FF2B5EF4-FFF2-40B4-BE49-F238E27FC236}">
                <a16:creationId xmlns:a16="http://schemas.microsoft.com/office/drawing/2014/main" id="{DCAF8C32-80F8-F614-8280-02F76781F238}"/>
              </a:ext>
            </a:extLst>
          </p:cNvPr>
          <p:cNvSpPr/>
          <p:nvPr userDrawn="1"/>
        </p:nvSpPr>
        <p:spPr>
          <a:xfrm>
            <a:off x="5174459" y="0"/>
            <a:ext cx="45719"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02CB607F-27CE-D613-F812-E70C738FA04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34723"/>
          <a:stretch/>
        </p:blipFill>
        <p:spPr>
          <a:xfrm>
            <a:off x="9959711" y="738051"/>
            <a:ext cx="2232289" cy="5381892"/>
          </a:xfrm>
          <a:prstGeom prst="rect">
            <a:avLst/>
          </a:prstGeom>
        </p:spPr>
      </p:pic>
      <p:cxnSp>
        <p:nvCxnSpPr>
          <p:cNvPr id="4" name="Straight Connector 3">
            <a:extLst>
              <a:ext uri="{FF2B5EF4-FFF2-40B4-BE49-F238E27FC236}">
                <a16:creationId xmlns:a16="http://schemas.microsoft.com/office/drawing/2014/main" id="{0A689F60-3D32-FD74-24A9-266643081E85}"/>
              </a:ext>
            </a:extLst>
          </p:cNvPr>
          <p:cNvCxnSpPr>
            <a:cxnSpLocks/>
          </p:cNvCxnSpPr>
          <p:nvPr userDrawn="1"/>
        </p:nvCxnSpPr>
        <p:spPr>
          <a:xfrm>
            <a:off x="6189979" y="2649682"/>
            <a:ext cx="332598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10;&#10;Description automatically generated">
            <a:extLst>
              <a:ext uri="{FF2B5EF4-FFF2-40B4-BE49-F238E27FC236}">
                <a16:creationId xmlns:a16="http://schemas.microsoft.com/office/drawing/2014/main" id="{B827D708-B036-EE04-B213-EC3EAAE0681B}"/>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9029920" y="2509197"/>
            <a:ext cx="972078" cy="285381"/>
          </a:xfrm>
          <a:prstGeom prst="rect">
            <a:avLst/>
          </a:prstGeom>
        </p:spPr>
      </p:pic>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81912" y="2185416"/>
            <a:ext cx="9052560" cy="2487168"/>
          </a:xfrm>
          <a:noFill/>
        </p:spPr>
        <p:txBody>
          <a:bodyPr anchor="ctr">
            <a:noAutofit/>
          </a:bodyPr>
          <a:lstStyle>
            <a:lvl1pPr algn="ctr">
              <a:defRPr sz="48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F691F67-3A33-EA2C-967A-86934DA1D47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401" b="24659"/>
          <a:stretch/>
        </p:blipFill>
        <p:spPr>
          <a:xfrm>
            <a:off x="5856445" y="726334"/>
            <a:ext cx="1898043" cy="540533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1792" y="722376"/>
            <a:ext cx="6419088" cy="2350008"/>
          </a:xfrm>
        </p:spPr>
        <p:txBody>
          <a:bodyPr anchor="b">
            <a:normAutofit/>
          </a:bodyPr>
          <a:lstStyle>
            <a:lvl1pPr algn="ctr">
              <a:defRPr sz="4400"/>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F6B0D1AB-E9D6-841F-7178-F60F07AF3B37}"/>
              </a:ext>
            </a:extLst>
          </p:cNvPr>
          <p:cNvSpPr>
            <a:spLocks noGrp="1"/>
          </p:cNvSpPr>
          <p:nvPr>
            <p:ph type="subTitle" idx="1"/>
          </p:nvPr>
        </p:nvSpPr>
        <p:spPr>
          <a:xfrm>
            <a:off x="640079" y="3931920"/>
            <a:ext cx="6419088" cy="1389888"/>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7754488" y="0"/>
            <a:ext cx="4434464" cy="6858000"/>
          </a:xfrm>
        </p:spPr>
        <p:txBody>
          <a:bodyPr/>
          <a:lstStyle>
            <a:lvl1pPr marL="0" indent="0">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DB41B1E5-0891-6540-C6C6-2E4CF929E2D5}"/>
              </a:ext>
            </a:extLst>
          </p:cNvPr>
          <p:cNvCxnSpPr>
            <a:cxnSpLocks/>
          </p:cNvCxnSpPr>
          <p:nvPr userDrawn="1"/>
        </p:nvCxnSpPr>
        <p:spPr>
          <a:xfrm>
            <a:off x="1679972" y="3432325"/>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2" name="Picture 11" descr="A picture containing text&#10;&#10;Description automatically generated">
            <a:extLst>
              <a:ext uri="{FF2B5EF4-FFF2-40B4-BE49-F238E27FC236}">
                <a16:creationId xmlns:a16="http://schemas.microsoft.com/office/drawing/2014/main" id="{2CA6CDBD-54C9-2154-A4D6-F432B3CF27F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3343169" y="3291840"/>
            <a:ext cx="972078" cy="285381"/>
          </a:xfrm>
          <a:prstGeom prst="rect">
            <a:avLst/>
          </a:prstGeom>
        </p:spPr>
      </p:pic>
      <p:sp>
        <p:nvSpPr>
          <p:cNvPr id="14" name="Rectangle 13">
            <a:extLst>
              <a:ext uri="{FF2B5EF4-FFF2-40B4-BE49-F238E27FC236}">
                <a16:creationId xmlns:a16="http://schemas.microsoft.com/office/drawing/2014/main" id="{57541814-983F-1B1C-1D5D-EBAC0D9BEB4C}"/>
              </a:ext>
            </a:extLst>
          </p:cNvPr>
          <p:cNvSpPr/>
          <p:nvPr userDrawn="1"/>
        </p:nvSpPr>
        <p:spPr>
          <a:xfrm>
            <a:off x="7711438"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2317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7528785" y="-1437953"/>
            <a:ext cx="3225262" cy="6101168"/>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0"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1408176"/>
            <a:ext cx="3392424" cy="4014216"/>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724144" y="1536192"/>
            <a:ext cx="5696712" cy="3758184"/>
          </a:xfrm>
        </p:spPr>
        <p:txBody>
          <a:bodyPr/>
          <a:lstStyle>
            <a:lvl1pPr>
              <a:spcAft>
                <a:spcPts val="600"/>
              </a:spcAft>
              <a:buClr>
                <a:schemeClr val="accent2"/>
              </a:buClr>
              <a:defRPr sz="2200"/>
            </a:lvl1pPr>
            <a:lvl2pPr>
              <a:buClr>
                <a:schemeClr val="accent2"/>
              </a:buClr>
              <a:defRPr sz="2000"/>
            </a:lvl2pPr>
            <a:lvl3pPr>
              <a:buClr>
                <a:schemeClr val="accent2"/>
              </a:buClr>
              <a:defRPr sz="1800"/>
            </a:lvl3pPr>
            <a:lvl4pPr>
              <a:buClr>
                <a:schemeClr val="accent2"/>
              </a:buClr>
              <a:defRPr sz="1600"/>
            </a:lvl4pPr>
            <a:lvl5pPr>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724144"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sp>
        <p:nvSpPr>
          <p:cNvPr id="10" name="Rectangle 9">
            <a:extLst>
              <a:ext uri="{FF2B5EF4-FFF2-40B4-BE49-F238E27FC236}">
                <a16:creationId xmlns:a16="http://schemas.microsoft.com/office/drawing/2014/main" id="{377048F4-9454-D035-3356-DD623DFCEE42}"/>
              </a:ext>
            </a:extLst>
          </p:cNvPr>
          <p:cNvSpPr/>
          <p:nvPr userDrawn="1"/>
        </p:nvSpPr>
        <p:spPr>
          <a:xfrm rot="5400000">
            <a:off x="1361771"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0420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with Subtitle">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27048" y="2276856"/>
            <a:ext cx="9144000" cy="1508760"/>
          </a:xfrm>
          <a:noFill/>
        </p:spPr>
        <p:txBody>
          <a:bodyPr anchor="ctr">
            <a:noAutofit/>
          </a:bodyPr>
          <a:lstStyle>
            <a:lvl1pPr algn="ctr">
              <a:defRPr sz="4800">
                <a:solidFill>
                  <a:schemeClr val="bg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527048" y="3858768"/>
            <a:ext cx="9144000" cy="841248"/>
          </a:xfrm>
          <a:noFill/>
        </p:spPr>
        <p:txBody>
          <a:bodyPr anchor="t"/>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3911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6684264"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68098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7F52C37-6A33-FD57-31EC-516F581DF13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7420" b="36176"/>
          <a:stretch/>
        </p:blipFill>
        <p:spPr>
          <a:xfrm>
            <a:off x="0" y="2510651"/>
            <a:ext cx="2841744" cy="4347350"/>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7397496"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8101584" y="1408176"/>
            <a:ext cx="3392424" cy="4014216"/>
          </a:xfrm>
        </p:spPr>
        <p:txBody>
          <a:bodyPr/>
          <a:lstStyle>
            <a:lvl1pPr>
              <a:defRPr>
                <a:solidFill>
                  <a:schemeClr val="bg1"/>
                </a:solidFill>
              </a:defRPr>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685800"/>
            <a:ext cx="5276088" cy="1563624"/>
          </a:xfrm>
        </p:spPr>
        <p:txBody>
          <a:bodyPr>
            <a:noAutofit/>
          </a:bodyPr>
          <a:lstStyle>
            <a:lvl1pPr marL="457200" indent="-457200">
              <a:lnSpc>
                <a:spcPct val="100000"/>
              </a:lnSpc>
              <a:spcBef>
                <a:spcPts val="1000"/>
              </a:spcBef>
              <a:spcAft>
                <a:spcPts val="0"/>
              </a:spcAft>
              <a:buClr>
                <a:schemeClr val="accent2"/>
              </a:buClr>
              <a:buFont typeface="+mj-lt"/>
              <a:buAutoNum type="arabicPeriod"/>
              <a:defRPr sz="2400">
                <a:solidFill>
                  <a:schemeClr val="tx2">
                    <a:lumMod val="25000"/>
                  </a:schemeClr>
                </a:solidFill>
              </a:defRPr>
            </a:lvl1pPr>
            <a:lvl2pPr marL="914400" indent="-457200">
              <a:buClr>
                <a:schemeClr val="accent2"/>
              </a:buClr>
              <a:buFont typeface="+mj-lt"/>
              <a:buAutoNum type="alphaLcPeriod"/>
              <a:defRPr sz="2400">
                <a:solidFill>
                  <a:schemeClr val="tx2">
                    <a:lumMod val="25000"/>
                  </a:schemeClr>
                </a:solidFill>
              </a:defRPr>
            </a:lvl2pPr>
            <a:lvl3pPr marL="1371600" indent="-457200">
              <a:buClr>
                <a:schemeClr val="accent2"/>
              </a:buClr>
              <a:buFont typeface="+mj-lt"/>
              <a:buAutoNum type="romanLcPeriod"/>
              <a:defRPr sz="2000">
                <a:solidFill>
                  <a:schemeClr val="tx2">
                    <a:lumMod val="25000"/>
                  </a:schemeClr>
                </a:solidFill>
              </a:defRPr>
            </a:lvl3pPr>
            <a:lvl4pPr marL="1714500" indent="-342900">
              <a:buClr>
                <a:schemeClr val="accent2"/>
              </a:buClr>
              <a:buFont typeface="+mj-lt"/>
              <a:buAutoNum type="arabicParenR"/>
              <a:defRPr sz="1800">
                <a:solidFill>
                  <a:schemeClr val="tx2">
                    <a:lumMod val="25000"/>
                  </a:schemeClr>
                </a:solidFill>
              </a:defRPr>
            </a:lvl4pPr>
            <a:lvl5pPr marL="2171700" indent="-342900">
              <a:buClr>
                <a:schemeClr val="accent2"/>
              </a:buClr>
              <a:buFont typeface="+mj-lt"/>
              <a:buAutoNum type="alphaLcParen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8">
            <a:extLst>
              <a:ext uri="{FF2B5EF4-FFF2-40B4-BE49-F238E27FC236}">
                <a16:creationId xmlns:a16="http://schemas.microsoft.com/office/drawing/2014/main" id="{EC526101-2775-A309-0B4A-DB278C3974D2}"/>
              </a:ext>
            </a:extLst>
          </p:cNvPr>
          <p:cNvSpPr>
            <a:spLocks noGrp="1"/>
          </p:cNvSpPr>
          <p:nvPr>
            <p:ph sz="quarter" idx="13"/>
          </p:nvPr>
        </p:nvSpPr>
        <p:spPr>
          <a:xfrm>
            <a:off x="932688" y="2697480"/>
            <a:ext cx="5276088" cy="348386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1800">
                <a:solidFill>
                  <a:schemeClr val="tx2">
                    <a:lumMod val="25000"/>
                  </a:schemeClr>
                </a:solidFill>
              </a:defRPr>
            </a:lvl3pPr>
            <a:lvl4pPr marL="1143000">
              <a:buClr>
                <a:schemeClr val="accent2"/>
              </a:buClr>
              <a:defRPr sz="1600">
                <a:solidFill>
                  <a:schemeClr val="tx2">
                    <a:lumMod val="25000"/>
                  </a:schemeClr>
                </a:solidFill>
              </a:defRPr>
            </a:lvl4pPr>
            <a:lvl5pPr marL="1600200">
              <a:buClr>
                <a:schemeClr val="accent2"/>
              </a:buClr>
              <a:defRPr sz="14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lvl1pPr>
              <a:defRPr>
                <a:solidFill>
                  <a:schemeClr val="bg1"/>
                </a:solidFill>
              </a:defRPr>
            </a:lvl1pPr>
          </a:lstStyle>
          <a:p>
            <a:fld id="{294A09A9-5501-47C1-A89A-A340965A2BE2}" type="slidenum">
              <a:rPr lang="en-US" smtClean="0"/>
              <a:pPr/>
              <a:t>‹#›</a:t>
            </a:fld>
            <a:endParaRPr lang="en-US" dirty="0"/>
          </a:p>
        </p:txBody>
      </p:sp>
      <p:pic>
        <p:nvPicPr>
          <p:cNvPr id="12" name="Graphic 11">
            <a:extLst>
              <a:ext uri="{FF2B5EF4-FFF2-40B4-BE49-F238E27FC236}">
                <a16:creationId xmlns:a16="http://schemas.microsoft.com/office/drawing/2014/main" id="{45719EF3-43BC-5F74-7396-273F72ED3CB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8001534" y="4944272"/>
            <a:ext cx="3848748" cy="1913728"/>
          </a:xfrm>
          <a:prstGeom prst="rect">
            <a:avLst/>
          </a:prstGeom>
        </p:spPr>
      </p:pic>
      <p:sp>
        <p:nvSpPr>
          <p:cNvPr id="13" name="Rectangle 12">
            <a:extLst>
              <a:ext uri="{FF2B5EF4-FFF2-40B4-BE49-F238E27FC236}">
                <a16:creationId xmlns:a16="http://schemas.microsoft.com/office/drawing/2014/main" id="{137D205C-32E5-5A54-8D89-CB56198B06E5}"/>
              </a:ext>
            </a:extLst>
          </p:cNvPr>
          <p:cNvSpPr/>
          <p:nvPr userDrawn="1"/>
        </p:nvSpPr>
        <p:spPr>
          <a:xfrm rot="5400000">
            <a:off x="3949200"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7182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16D97AE-EB24-C3DA-21A1-E8EE4631ACE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118" r="47395" b="22709"/>
          <a:stretch/>
        </p:blipFill>
        <p:spPr>
          <a:xfrm flipH="1">
            <a:off x="4448831" y="805912"/>
            <a:ext cx="1464735" cy="4961437"/>
          </a:xfrm>
          <a:prstGeom prst="rect">
            <a:avLst/>
          </a:prstGeom>
        </p:spPr>
      </p:pic>
      <p:sp>
        <p:nvSpPr>
          <p:cNvPr id="10" name="Rectangle 9">
            <a:extLst>
              <a:ext uri="{FF2B5EF4-FFF2-40B4-BE49-F238E27FC236}">
                <a16:creationId xmlns:a16="http://schemas.microsoft.com/office/drawing/2014/main" id="{5CBF43B9-3946-05E6-521F-EE4BB59B49D0}"/>
              </a:ext>
            </a:extLst>
          </p:cNvPr>
          <p:cNvSpPr/>
          <p:nvPr userDrawn="1"/>
        </p:nvSpPr>
        <p:spPr>
          <a:xfrm>
            <a:off x="4434840"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E14DEF57-E0D6-D7CA-5D3C-FC97EAB0620A}"/>
              </a:ext>
            </a:extLst>
          </p:cNvPr>
          <p:cNvSpPr>
            <a:spLocks noGrp="1"/>
          </p:cNvSpPr>
          <p:nvPr>
            <p:ph type="title"/>
          </p:nvPr>
        </p:nvSpPr>
        <p:spPr>
          <a:xfrm>
            <a:off x="5193792" y="557784"/>
            <a:ext cx="6419088" cy="1929384"/>
          </a:xfrm>
        </p:spPr>
        <p:txBody>
          <a:bodyPr anchor="b">
            <a:normAutofit/>
          </a:bodyPr>
          <a:lstStyle>
            <a:lvl1pPr algn="ctr">
              <a:defRPr sz="4400"/>
            </a:lvl1pPr>
          </a:lstStyle>
          <a:p>
            <a:r>
              <a:rPr lang="en-US"/>
              <a:t>Click to edit Master title style</a:t>
            </a:r>
            <a:endParaRPr lang="en-US" dirty="0"/>
          </a:p>
        </p:txBody>
      </p:sp>
      <p:sp>
        <p:nvSpPr>
          <p:cNvPr id="8" name="Picture Placeholder 6">
            <a:extLst>
              <a:ext uri="{FF2B5EF4-FFF2-40B4-BE49-F238E27FC236}">
                <a16:creationId xmlns:a16="http://schemas.microsoft.com/office/drawing/2014/main" id="{930B4666-31C5-1F2B-27D9-2A9F6EC970DD}"/>
              </a:ext>
            </a:extLst>
          </p:cNvPr>
          <p:cNvSpPr>
            <a:spLocks noGrp="1"/>
          </p:cNvSpPr>
          <p:nvPr>
            <p:ph type="pic" sz="quarter" idx="13"/>
          </p:nvPr>
        </p:nvSpPr>
        <p:spPr>
          <a:xfrm>
            <a:off x="0" y="0"/>
            <a:ext cx="4434464" cy="6858000"/>
          </a:xfrm>
        </p:spPr>
        <p:txBody>
          <a:bodyPr/>
          <a:lstStyle>
            <a:lvl1pPr marL="0" indent="0">
              <a:buNone/>
              <a:defRPr/>
            </a:lvl1pPr>
          </a:lstStyle>
          <a:p>
            <a:r>
              <a:rPr lang="en-US"/>
              <a:t>Click icon to add picture</a:t>
            </a:r>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193792" y="3328416"/>
            <a:ext cx="6419088" cy="2441448"/>
          </a:xfrm>
        </p:spPr>
        <p:txBody>
          <a:bodyPr/>
          <a:lstStyle>
            <a:lvl1pPr marL="0" indent="0" algn="ctr">
              <a:lnSpc>
                <a:spcPct val="90000"/>
              </a:lnSpc>
              <a:spcAft>
                <a:spcPts val="1200"/>
              </a:spcAft>
              <a:buClr>
                <a:schemeClr val="accent2"/>
              </a:buClr>
              <a:buNone/>
              <a:defRPr sz="2400">
                <a:solidFill>
                  <a:schemeClr val="tx2">
                    <a:lumMod val="25000"/>
                  </a:schemeClr>
                </a:solidFill>
              </a:defRPr>
            </a:lvl1pPr>
            <a:lvl2pPr algn="ctr">
              <a:buClr>
                <a:schemeClr val="accent2"/>
              </a:buClr>
              <a:defRPr sz="2000">
                <a:solidFill>
                  <a:schemeClr val="tx2">
                    <a:lumMod val="25000"/>
                  </a:schemeClr>
                </a:solidFill>
              </a:defRPr>
            </a:lvl2pPr>
            <a:lvl3pPr algn="ctr">
              <a:buClr>
                <a:schemeClr val="accent2"/>
              </a:buClr>
              <a:defRPr sz="1800">
                <a:solidFill>
                  <a:schemeClr val="tx2">
                    <a:lumMod val="25000"/>
                  </a:schemeClr>
                </a:solidFill>
              </a:defRPr>
            </a:lvl3pPr>
            <a:lvl4pPr algn="ctr">
              <a:buClr>
                <a:schemeClr val="accent2"/>
              </a:buClr>
              <a:defRPr sz="1600">
                <a:solidFill>
                  <a:schemeClr val="tx2">
                    <a:lumMod val="25000"/>
                  </a:schemeClr>
                </a:solidFill>
              </a:defRPr>
            </a:lvl4pPr>
            <a:lvl5pPr algn="ctr">
              <a:buClr>
                <a:schemeClr val="accent2"/>
              </a:buClr>
              <a:defRPr sz="14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193792"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cxnSp>
        <p:nvCxnSpPr>
          <p:cNvPr id="13" name="Straight Connector 12">
            <a:extLst>
              <a:ext uri="{FF2B5EF4-FFF2-40B4-BE49-F238E27FC236}">
                <a16:creationId xmlns:a16="http://schemas.microsoft.com/office/drawing/2014/main" id="{689EEBF9-800C-88AE-FE83-60B5F47AFC14}"/>
              </a:ext>
            </a:extLst>
          </p:cNvPr>
          <p:cNvCxnSpPr>
            <a:cxnSpLocks/>
          </p:cNvCxnSpPr>
          <p:nvPr userDrawn="1"/>
        </p:nvCxnSpPr>
        <p:spPr>
          <a:xfrm>
            <a:off x="6174481" y="2843389"/>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text&#10;&#10;Description automatically generated">
            <a:extLst>
              <a:ext uri="{FF2B5EF4-FFF2-40B4-BE49-F238E27FC236}">
                <a16:creationId xmlns:a16="http://schemas.microsoft.com/office/drawing/2014/main" id="{301D77B6-9ED1-094C-66A3-7D5AB0CDEA4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7914042" y="2702904"/>
            <a:ext cx="972078" cy="285381"/>
          </a:xfrm>
          <a:prstGeom prst="rect">
            <a:avLst/>
          </a:prstGeom>
        </p:spPr>
      </p:pic>
    </p:spTree>
    <p:extLst>
      <p:ext uri="{BB962C8B-B14F-4D97-AF65-F5344CB8AC3E}">
        <p14:creationId xmlns:p14="http://schemas.microsoft.com/office/powerpoint/2010/main" val="1942649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770632"/>
            <a:ext cx="2487168" cy="3502152"/>
          </a:xfrm>
        </p:spPr>
        <p:txBody>
          <a:bodyPr lIns="91440" rIns="91440"/>
          <a:lstStyle>
            <a:lvl1pPr marL="0" indent="0">
              <a:spcAft>
                <a:spcPts val="120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3785616" y="2770632"/>
            <a:ext cx="7571232"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73990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432304"/>
            <a:ext cx="6163056" cy="3739896"/>
          </a:xfrm>
        </p:spPr>
        <p:txBody>
          <a:bodyPr lIns="91440" rIns="91440"/>
          <a:lstStyle>
            <a:lvl1pPr marL="228600" indent="-228600">
              <a:spcAft>
                <a:spcPts val="0"/>
              </a:spcAft>
              <a:buClr>
                <a:schemeClr val="accent2"/>
              </a:buClr>
              <a:buFont typeface="Arial" panose="020B0604020202020204" pitchFamily="34" charset="0"/>
              <a:buChar char="•"/>
              <a:defRPr sz="2400">
                <a:solidFill>
                  <a:schemeClr val="tx2">
                    <a:lumMod val="25000"/>
                  </a:schemeClr>
                </a:solidFill>
              </a:defRPr>
            </a:lvl1pPr>
            <a:lvl2pPr marL="685800">
              <a:spcBef>
                <a:spcPts val="500"/>
              </a:spcBef>
              <a:buClr>
                <a:schemeClr val="accent2"/>
              </a:buClr>
              <a:defRPr sz="2400">
                <a:solidFill>
                  <a:schemeClr val="tx2">
                    <a:lumMod val="25000"/>
                  </a:schemeClr>
                </a:solidFill>
              </a:defRPr>
            </a:lvl2pPr>
            <a:lvl3pPr marL="1143000">
              <a:buClr>
                <a:schemeClr val="accent2"/>
              </a:buClr>
              <a:defRPr sz="2000">
                <a:solidFill>
                  <a:schemeClr val="tx2">
                    <a:lumMod val="25000"/>
                  </a:schemeClr>
                </a:solidFill>
              </a:defRPr>
            </a:lvl3pPr>
            <a:lvl4pPr marL="1600200">
              <a:buClr>
                <a:schemeClr val="accent2"/>
              </a:buClr>
              <a:defRPr sz="1800">
                <a:solidFill>
                  <a:schemeClr val="tx2">
                    <a:lumMod val="25000"/>
                  </a:schemeClr>
                </a:solidFill>
              </a:defRPr>
            </a:lvl4pPr>
            <a:lvl5pPr marL="20574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7424928" y="2441448"/>
            <a:ext cx="4169664" cy="3703320"/>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1EB1C5A3-22FF-382D-3801-B6D9C4AC53E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52051"/>
          <a:stretch/>
        </p:blipFill>
        <p:spPr>
          <a:xfrm>
            <a:off x="4629335" y="1815780"/>
            <a:ext cx="5586493" cy="5042220"/>
          </a:xfrm>
          <a:prstGeom prst="rect">
            <a:avLst/>
          </a:prstGeom>
        </p:spPr>
      </p:pic>
    </p:spTree>
    <p:extLst>
      <p:ext uri="{BB962C8B-B14F-4D97-AF65-F5344CB8AC3E}">
        <p14:creationId xmlns:p14="http://schemas.microsoft.com/office/powerpoint/2010/main" val="659767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841248" y="2770632"/>
            <a:ext cx="10515600"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20999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627632" y="822960"/>
            <a:ext cx="6327648" cy="2221992"/>
          </a:xfrm>
          <a:noFill/>
        </p:spPr>
        <p:txBody>
          <a:bodyPr anchor="b">
            <a:noAutofit/>
          </a:bodyPr>
          <a:lstStyle>
            <a:lvl1pPr algn="l">
              <a:defRPr sz="4800">
                <a:solidFill>
                  <a:schemeClr val="bg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627632" y="3428999"/>
            <a:ext cx="6309360" cy="1703439"/>
          </a:xfrm>
          <a:noFill/>
        </p:spPr>
        <p:txBody>
          <a:bodyPr anchor="t">
            <a:normAutofit/>
          </a:bodyPr>
          <a:lstStyle>
            <a:lvl1pPr marL="0" indent="0" algn="l">
              <a:lnSpc>
                <a:spcPct val="130000"/>
              </a:lnSpc>
              <a:spcBef>
                <a:spcPts val="0"/>
              </a:spcBef>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016006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810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1026140" y="6356350"/>
            <a:ext cx="78486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76" r:id="rId4"/>
    <p:sldLayoutId id="2147483678" r:id="rId5"/>
    <p:sldLayoutId id="2147483684" r:id="rId6"/>
    <p:sldLayoutId id="2147483677" r:id="rId7"/>
    <p:sldLayoutId id="2147483679" r:id="rId8"/>
    <p:sldLayoutId id="2147483680" r:id="rId9"/>
    <p:sldLayoutId id="2147483681" r:id="rId10"/>
    <p:sldLayoutId id="2147483682" r:id="rId11"/>
    <p:sldLayoutId id="2147483683" r:id="rId12"/>
    <p:sldLayoutId id="2147483685" r:id="rId13"/>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8.png"/><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bouquet of flowers">
            <a:extLst>
              <a:ext uri="{FF2B5EF4-FFF2-40B4-BE49-F238E27FC236}">
                <a16:creationId xmlns:a16="http://schemas.microsoft.com/office/drawing/2014/main" id="{2E09DD34-43D4-3713-535D-7E9D95D3F4B1}"/>
              </a:ext>
            </a:extLst>
          </p:cNvPr>
          <p:cNvPicPr>
            <a:picLocks noGrp="1" noChangeAspect="1"/>
          </p:cNvPicPr>
          <p:nvPr>
            <p:ph type="pic" sz="quarter" idx="10"/>
          </p:nvPr>
        </p:nvPicPr>
        <p:blipFill>
          <a:blip r:embed="rId2"/>
          <a:srcRect/>
          <a:stretch/>
        </p:blipFill>
        <p:spPr>
          <a:xfrm>
            <a:off x="0" y="0"/>
            <a:ext cx="12192000" cy="6858000"/>
          </a:xfrm>
        </p:spPr>
      </p:pic>
      <p:sp>
        <p:nvSpPr>
          <p:cNvPr id="3" name="Title 2">
            <a:extLst>
              <a:ext uri="{FF2B5EF4-FFF2-40B4-BE49-F238E27FC236}">
                <a16:creationId xmlns:a16="http://schemas.microsoft.com/office/drawing/2014/main" id="{6F9772E4-10E9-13DE-8AE8-35BBB9DD1D9A}"/>
              </a:ext>
            </a:extLst>
          </p:cNvPr>
          <p:cNvSpPr>
            <a:spLocks noGrp="1"/>
          </p:cNvSpPr>
          <p:nvPr>
            <p:ph type="ctrTitle"/>
          </p:nvPr>
        </p:nvSpPr>
        <p:spPr>
          <a:xfrm>
            <a:off x="1408176" y="1463040"/>
            <a:ext cx="6327648" cy="2180543"/>
          </a:xfrm>
        </p:spPr>
        <p:txBody>
          <a:bodyPr/>
          <a:lstStyle/>
          <a:p>
            <a:r>
              <a:rPr lang="en-US" dirty="0"/>
              <a:t> </a:t>
            </a:r>
            <a:r>
              <a:rPr lang="en-US" b="1" dirty="0"/>
              <a:t>Healthcare Cost and Resource Utilization </a:t>
            </a:r>
          </a:p>
        </p:txBody>
      </p:sp>
      <p:sp>
        <p:nvSpPr>
          <p:cNvPr id="4" name="Subtitle 3">
            <a:extLst>
              <a:ext uri="{FF2B5EF4-FFF2-40B4-BE49-F238E27FC236}">
                <a16:creationId xmlns:a16="http://schemas.microsoft.com/office/drawing/2014/main" id="{F7C09E8F-C241-2F75-70EA-32EC69551E74}"/>
              </a:ext>
            </a:extLst>
          </p:cNvPr>
          <p:cNvSpPr>
            <a:spLocks noGrp="1"/>
          </p:cNvSpPr>
          <p:nvPr>
            <p:ph type="subTitle" idx="1"/>
          </p:nvPr>
        </p:nvSpPr>
        <p:spPr>
          <a:xfrm>
            <a:off x="1911096" y="3995928"/>
            <a:ext cx="5321808" cy="824404"/>
          </a:xfrm>
        </p:spPr>
        <p:txBody>
          <a:bodyPr/>
          <a:lstStyle/>
          <a:p>
            <a:r>
              <a:rPr lang="en-US" b="1" dirty="0"/>
              <a:t>Prepared by:- Abhinav </a:t>
            </a:r>
            <a:r>
              <a:rPr lang="en-US" b="1" dirty="0" err="1"/>
              <a:t>kakkeri</a:t>
            </a:r>
            <a:endParaRPr lang="en-US" b="1" dirty="0"/>
          </a:p>
        </p:txBody>
      </p:sp>
      <p:cxnSp>
        <p:nvCxnSpPr>
          <p:cNvPr id="12" name="Straight Connector 11">
            <a:extLst>
              <a:ext uri="{FF2B5EF4-FFF2-40B4-BE49-F238E27FC236}">
                <a16:creationId xmlns:a16="http://schemas.microsoft.com/office/drawing/2014/main" id="{9318DF20-A4C4-3800-A69E-4E11F5A11C08}"/>
              </a:ext>
              <a:ext uri="{C183D7F6-B498-43B3-948B-1728B52AA6E4}">
                <adec:decorative xmlns:adec="http://schemas.microsoft.com/office/drawing/2017/decorative" val="1"/>
              </a:ext>
            </a:extLst>
          </p:cNvPr>
          <p:cNvCxnSpPr>
            <a:cxnSpLocks/>
          </p:cNvCxnSpPr>
          <p:nvPr/>
        </p:nvCxnSpPr>
        <p:spPr>
          <a:xfrm>
            <a:off x="1915117" y="3822700"/>
            <a:ext cx="53213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Plaque 12">
            <a:extLst>
              <a:ext uri="{FF2B5EF4-FFF2-40B4-BE49-F238E27FC236}">
                <a16:creationId xmlns:a16="http://schemas.microsoft.com/office/drawing/2014/main" id="{AC9EB422-5602-36FF-E543-5B0C70E56E9A}"/>
              </a:ext>
              <a:ext uri="{C183D7F6-B498-43B3-948B-1728B52AA6E4}">
                <adec:decorative xmlns:adec="http://schemas.microsoft.com/office/drawing/2017/decorative" val="1"/>
              </a:ext>
            </a:extLst>
          </p:cNvPr>
          <p:cNvSpPr/>
          <p:nvPr/>
        </p:nvSpPr>
        <p:spPr>
          <a:xfrm>
            <a:off x="1184867" y="1269576"/>
            <a:ext cx="6781800" cy="4343824"/>
          </a:xfrm>
          <a:prstGeom prst="plaque">
            <a:avLst>
              <a:gd name="adj" fmla="val 7602"/>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A053B63A-99EB-DBC1-DE80-E5E5214EF4EE}"/>
              </a:ext>
              <a:ext uri="{C183D7F6-B498-43B3-948B-1728B52AA6E4}">
                <adec:decorative xmlns:adec="http://schemas.microsoft.com/office/drawing/2017/decorative" val="1"/>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35000"/>
                    </a14:imgEffect>
                  </a14:imgLayer>
                </a14:imgProps>
              </a:ext>
              <a:ext uri="{28A0092B-C50C-407E-A947-70E740481C1C}">
                <a14:useLocalDpi xmlns:a14="http://schemas.microsoft.com/office/drawing/2010/main"/>
              </a:ext>
            </a:extLst>
          </a:blip>
          <a:stretch>
            <a:fillRect/>
          </a:stretch>
        </p:blipFill>
        <p:spPr>
          <a:xfrm>
            <a:off x="4089728" y="3681876"/>
            <a:ext cx="972078" cy="285381"/>
          </a:xfrm>
          <a:prstGeom prst="rect">
            <a:avLst/>
          </a:prstGeom>
        </p:spPr>
      </p:pic>
    </p:spTree>
    <p:extLst>
      <p:ext uri="{BB962C8B-B14F-4D97-AF65-F5344CB8AC3E}">
        <p14:creationId xmlns:p14="http://schemas.microsoft.com/office/powerpoint/2010/main" val="85815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32688" y="1408176"/>
            <a:ext cx="3392424" cy="4014216"/>
          </a:xfrm>
          <a:noFill/>
        </p:spPr>
        <p:txBody>
          <a:bodyPr>
            <a:normAutofit/>
          </a:bodyPr>
          <a:lstStyle/>
          <a:p>
            <a:r>
              <a:rPr lang="en-US" b="1" dirty="0"/>
              <a:t>Introduction</a:t>
            </a: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2"/>
          </p:nvPr>
        </p:nvSpPr>
        <p:spPr>
          <a:xfrm>
            <a:off x="5349240" y="1981200"/>
            <a:ext cx="6422136" cy="3779520"/>
          </a:xfrm>
          <a:noFill/>
        </p:spPr>
        <p:txBody>
          <a:bodyPr vert="horz" lIns="91440" tIns="45720" rIns="91440" bIns="45720" rtlCol="0" anchor="t">
            <a:normAutofit/>
          </a:bodyPr>
          <a:lstStyle/>
          <a:p>
            <a:r>
              <a:rPr lang="en-US" sz="2400" b="1" dirty="0"/>
              <a:t>This report presents an analytical overview of healthcare costs and resource utilization based on the provided dashboard. The data has been segmented by various factors such as gender, diagnosis code, insurance type, and time parameters (year, month, day) to identify trends and provide actionable insights.</a:t>
            </a:r>
          </a:p>
          <a:p>
            <a:endParaRPr lang="en-US" dirty="0"/>
          </a:p>
        </p:txBody>
      </p:sp>
      <p:sp>
        <p:nvSpPr>
          <p:cNvPr id="4" name="Footer Placeholder 3">
            <a:extLst>
              <a:ext uri="{FF2B5EF4-FFF2-40B4-BE49-F238E27FC236}">
                <a16:creationId xmlns:a16="http://schemas.microsoft.com/office/drawing/2014/main" id="{2B8D929C-9009-957F-5897-9AA1649E6C70}"/>
              </a:ext>
            </a:extLst>
          </p:cNvPr>
          <p:cNvSpPr>
            <a:spLocks noGrp="1"/>
          </p:cNvSpPr>
          <p:nvPr>
            <p:ph type="ftr" sz="quarter" idx="10"/>
          </p:nvPr>
        </p:nvSpPr>
        <p:spPr/>
        <p:txBody>
          <a:bodyPr/>
          <a:lstStyle/>
          <a:p>
            <a:r>
              <a:rPr lang="en-US" dirty="0"/>
              <a:t> </a:t>
            </a:r>
            <a:r>
              <a:rPr lang="en-US" b="1" dirty="0"/>
              <a:t>Healthcare Cost and Resource Utilization </a:t>
            </a:r>
            <a:endParaRPr lang="en-US" dirty="0"/>
          </a:p>
        </p:txBody>
      </p:sp>
      <p:sp>
        <p:nvSpPr>
          <p:cNvPr id="5" name="Slide Number Placeholder 4">
            <a:extLst>
              <a:ext uri="{FF2B5EF4-FFF2-40B4-BE49-F238E27FC236}">
                <a16:creationId xmlns:a16="http://schemas.microsoft.com/office/drawing/2014/main" id="{4398EC13-CC66-14BE-C305-D90EB840C4EC}"/>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190242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270AC-601F-D537-3460-3FE09CC6AC14}"/>
              </a:ext>
            </a:extLst>
          </p:cNvPr>
          <p:cNvSpPr>
            <a:spLocks noGrp="1"/>
          </p:cNvSpPr>
          <p:nvPr>
            <p:ph type="title"/>
          </p:nvPr>
        </p:nvSpPr>
        <p:spPr>
          <a:xfrm>
            <a:off x="932688" y="228600"/>
            <a:ext cx="9528048" cy="1600200"/>
          </a:xfrm>
        </p:spPr>
        <p:txBody>
          <a:bodyPr/>
          <a:lstStyle/>
          <a:p>
            <a:r>
              <a:rPr lang="en-US" b="1" dirty="0"/>
              <a:t>Acknowledgement</a:t>
            </a:r>
          </a:p>
        </p:txBody>
      </p:sp>
      <p:sp>
        <p:nvSpPr>
          <p:cNvPr id="5" name="Content Placeholder 4">
            <a:extLst>
              <a:ext uri="{FF2B5EF4-FFF2-40B4-BE49-F238E27FC236}">
                <a16:creationId xmlns:a16="http://schemas.microsoft.com/office/drawing/2014/main" id="{54593D07-3857-8A04-606E-258D1E9908D5}"/>
              </a:ext>
            </a:extLst>
          </p:cNvPr>
          <p:cNvSpPr>
            <a:spLocks noGrp="1"/>
          </p:cNvSpPr>
          <p:nvPr>
            <p:ph sz="quarter" idx="12"/>
          </p:nvPr>
        </p:nvSpPr>
        <p:spPr>
          <a:xfrm>
            <a:off x="259080" y="2523744"/>
            <a:ext cx="11643360" cy="3694176"/>
          </a:xfrm>
        </p:spPr>
        <p:txBody>
          <a:bodyPr>
            <a:normAutofit/>
          </a:bodyPr>
          <a:lstStyle/>
          <a:p>
            <a:pPr marL="342900" indent="-342900">
              <a:buFont typeface="Arial" panose="020B0604020202020204" pitchFamily="34" charset="0"/>
              <a:buChar char="•"/>
            </a:pPr>
            <a:r>
              <a:rPr lang="en-US" sz="3600" b="1" dirty="0"/>
              <a:t>This healthcare cost and resource utilization dashboard provides insightful data on patient IDs, diagnosis codes, yearly costs, and total expenditures. The various tables and charts help analyze healthcare trends, resource allocation, and financial impacts</a:t>
            </a:r>
          </a:p>
        </p:txBody>
      </p:sp>
      <p:sp>
        <p:nvSpPr>
          <p:cNvPr id="3" name="Footer Placeholder 2">
            <a:extLst>
              <a:ext uri="{FF2B5EF4-FFF2-40B4-BE49-F238E27FC236}">
                <a16:creationId xmlns:a16="http://schemas.microsoft.com/office/drawing/2014/main" id="{8D66D170-AC52-72BE-0CB6-F9F504A3D24A}"/>
              </a:ext>
            </a:extLst>
          </p:cNvPr>
          <p:cNvSpPr>
            <a:spLocks noGrp="1"/>
          </p:cNvSpPr>
          <p:nvPr>
            <p:ph type="ftr" sz="quarter" idx="10"/>
          </p:nvPr>
        </p:nvSpPr>
        <p:spPr>
          <a:xfrm>
            <a:off x="932688" y="6356350"/>
            <a:ext cx="4114800" cy="365125"/>
          </a:xfrm>
        </p:spPr>
        <p:txBody>
          <a:bodyPr/>
          <a:lstStyle/>
          <a:p>
            <a:r>
              <a:rPr lang="en-US" dirty="0"/>
              <a:t> </a:t>
            </a:r>
            <a:r>
              <a:rPr lang="en-US" b="1" dirty="0"/>
              <a:t>Healthcare Cost and Resource Utilization </a:t>
            </a:r>
            <a:endParaRPr lang="en-US" dirty="0"/>
          </a:p>
          <a:p>
            <a:endParaRPr lang="en-US" dirty="0"/>
          </a:p>
        </p:txBody>
      </p:sp>
      <p:sp>
        <p:nvSpPr>
          <p:cNvPr id="4" name="Slide Number Placeholder 3">
            <a:extLst>
              <a:ext uri="{FF2B5EF4-FFF2-40B4-BE49-F238E27FC236}">
                <a16:creationId xmlns:a16="http://schemas.microsoft.com/office/drawing/2014/main" id="{E746466F-9F24-C34E-BBA6-2CB94305520C}"/>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3013343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EBFBF-F8B0-D44E-B6BF-4A0429AC3B0F}"/>
              </a:ext>
            </a:extLst>
          </p:cNvPr>
          <p:cNvSpPr>
            <a:spLocks noGrp="1"/>
          </p:cNvSpPr>
          <p:nvPr>
            <p:ph type="title"/>
          </p:nvPr>
        </p:nvSpPr>
        <p:spPr>
          <a:xfrm>
            <a:off x="932688" y="228600"/>
            <a:ext cx="9528048" cy="1600200"/>
          </a:xfrm>
        </p:spPr>
        <p:txBody>
          <a:bodyPr/>
          <a:lstStyle/>
          <a:p>
            <a:r>
              <a:rPr lang="en-US" b="1" dirty="0"/>
              <a:t>Dashboard</a:t>
            </a:r>
          </a:p>
        </p:txBody>
      </p:sp>
      <p:sp>
        <p:nvSpPr>
          <p:cNvPr id="4" name="Slide Number Placeholder 3">
            <a:extLst>
              <a:ext uri="{FF2B5EF4-FFF2-40B4-BE49-F238E27FC236}">
                <a16:creationId xmlns:a16="http://schemas.microsoft.com/office/drawing/2014/main" id="{4DC69194-7927-A259-0C43-EE59A460354E}"/>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4</a:t>
            </a:fld>
            <a:endParaRPr lang="en-US" dirty="0"/>
          </a:p>
        </p:txBody>
      </p:sp>
      <p:pic>
        <p:nvPicPr>
          <p:cNvPr id="10" name="Content Placeholder 9">
            <a:extLst>
              <a:ext uri="{FF2B5EF4-FFF2-40B4-BE49-F238E27FC236}">
                <a16:creationId xmlns:a16="http://schemas.microsoft.com/office/drawing/2014/main" id="{597D2584-1B35-A99B-D522-15420822908F}"/>
              </a:ext>
            </a:extLst>
          </p:cNvPr>
          <p:cNvPicPr>
            <a:picLocks noGrp="1" noChangeAspect="1"/>
          </p:cNvPicPr>
          <p:nvPr>
            <p:ph sz="quarter" idx="13"/>
          </p:nvPr>
        </p:nvPicPr>
        <p:blipFill>
          <a:blip r:embed="rId2"/>
          <a:stretch>
            <a:fillRect/>
          </a:stretch>
        </p:blipFill>
        <p:spPr>
          <a:xfrm>
            <a:off x="137160" y="2240280"/>
            <a:ext cx="11902440" cy="4481195"/>
          </a:xfrm>
        </p:spPr>
      </p:pic>
    </p:spTree>
    <p:extLst>
      <p:ext uri="{BB962C8B-B14F-4D97-AF65-F5344CB8AC3E}">
        <p14:creationId xmlns:p14="http://schemas.microsoft.com/office/powerpoint/2010/main" val="898190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443C06-A530-329A-9ECC-3E0484827D92}"/>
              </a:ext>
            </a:extLst>
          </p:cNvPr>
          <p:cNvSpPr>
            <a:spLocks noGrp="1"/>
          </p:cNvSpPr>
          <p:nvPr>
            <p:ph type="title"/>
          </p:nvPr>
        </p:nvSpPr>
        <p:spPr>
          <a:xfrm>
            <a:off x="8101584" y="1408176"/>
            <a:ext cx="3392424" cy="4014216"/>
          </a:xfrm>
        </p:spPr>
        <p:txBody>
          <a:bodyPr/>
          <a:lstStyle/>
          <a:p>
            <a:r>
              <a:rPr lang="en-US" b="1" dirty="0"/>
              <a:t> Key points</a:t>
            </a:r>
          </a:p>
        </p:txBody>
      </p:sp>
      <p:sp>
        <p:nvSpPr>
          <p:cNvPr id="10" name="Content Placeholder 9">
            <a:extLst>
              <a:ext uri="{FF2B5EF4-FFF2-40B4-BE49-F238E27FC236}">
                <a16:creationId xmlns:a16="http://schemas.microsoft.com/office/drawing/2014/main" id="{ED45388B-F6C6-3BAE-BC81-AD233BEC8586}"/>
              </a:ext>
            </a:extLst>
          </p:cNvPr>
          <p:cNvSpPr>
            <a:spLocks noGrp="1"/>
          </p:cNvSpPr>
          <p:nvPr>
            <p:ph sz="quarter" idx="12"/>
          </p:nvPr>
        </p:nvSpPr>
        <p:spPr>
          <a:xfrm>
            <a:off x="198120" y="335281"/>
            <a:ext cx="6946394" cy="5975348"/>
          </a:xfrm>
        </p:spPr>
        <p:txBody>
          <a:bodyPr/>
          <a:lstStyle/>
          <a:p>
            <a:pPr marL="342900" indent="-342900">
              <a:buFont typeface="Arial" panose="020B0604020202020204" pitchFamily="34" charset="0"/>
              <a:buChar char="•"/>
            </a:pPr>
            <a:r>
              <a:rPr lang="en-US" b="1" dirty="0">
                <a:solidFill>
                  <a:srgbClr val="00B050"/>
                </a:solidFill>
              </a:rPr>
              <a:t>A. Total Cost Distribution</a:t>
            </a:r>
            <a:r>
              <a:rPr lang="en-US" b="1" dirty="0"/>
              <a:t>:- The total healthcare expenditure varies significantly based on *diagnosis codes* and *insurance types*.- Certain *diagnosis codes* contribute disproportionately to the total costs.- A notable difference exists in healthcare costs based on *gender*, suggesting varied utilization of medical resources.</a:t>
            </a:r>
          </a:p>
          <a:p>
            <a:pPr marL="342900" indent="-342900">
              <a:buFont typeface="Arial" panose="020B0604020202020204" pitchFamily="34" charset="0"/>
              <a:buChar char="•"/>
            </a:pPr>
            <a:r>
              <a:rPr lang="en-US" b="1" dirty="0">
                <a:solidFill>
                  <a:srgbClr val="00B050"/>
                </a:solidFill>
              </a:rPr>
              <a:t>B. Insurance-Based Cost Variation</a:t>
            </a:r>
            <a:r>
              <a:rPr lang="en-US" b="1" dirty="0"/>
              <a:t>:- Patients with different insurance types experience varied healthcare costs.- Certain insurance categories show higher expenditure per diagnosis, which may indicate coverage gaps or high-cost treatments.</a:t>
            </a:r>
          </a:p>
        </p:txBody>
      </p:sp>
      <p:sp>
        <p:nvSpPr>
          <p:cNvPr id="2" name="Footer Placeholder 1">
            <a:extLst>
              <a:ext uri="{FF2B5EF4-FFF2-40B4-BE49-F238E27FC236}">
                <a16:creationId xmlns:a16="http://schemas.microsoft.com/office/drawing/2014/main" id="{EC4E5619-0985-32B6-EC73-AFBCAB2F1CFA}"/>
              </a:ext>
            </a:extLst>
          </p:cNvPr>
          <p:cNvSpPr>
            <a:spLocks noGrp="1"/>
          </p:cNvSpPr>
          <p:nvPr>
            <p:ph type="ftr" sz="quarter" idx="10"/>
          </p:nvPr>
        </p:nvSpPr>
        <p:spPr>
          <a:xfrm>
            <a:off x="932688" y="6675756"/>
            <a:ext cx="4114800" cy="45719"/>
          </a:xfrm>
        </p:spPr>
        <p:txBody>
          <a:bodyPr/>
          <a:lstStyle/>
          <a:p>
            <a:r>
              <a:rPr lang="en-US" dirty="0"/>
              <a:t> </a:t>
            </a:r>
            <a:r>
              <a:rPr lang="en-US" b="1" dirty="0"/>
              <a:t>Healthcare Cost and Resource Utilization </a:t>
            </a:r>
            <a:endParaRPr lang="en-US" dirty="0"/>
          </a:p>
          <a:p>
            <a:endParaRPr lang="en-US" dirty="0"/>
          </a:p>
          <a:p>
            <a:endParaRPr lang="en-US" dirty="0"/>
          </a:p>
        </p:txBody>
      </p:sp>
      <p:sp>
        <p:nvSpPr>
          <p:cNvPr id="3" name="Slide Number Placeholder 2">
            <a:extLst>
              <a:ext uri="{FF2B5EF4-FFF2-40B4-BE49-F238E27FC236}">
                <a16:creationId xmlns:a16="http://schemas.microsoft.com/office/drawing/2014/main" id="{4302C321-51E3-42FB-272E-92F2DCF5A916}"/>
              </a:ext>
            </a:extLst>
          </p:cNvPr>
          <p:cNvSpPr>
            <a:spLocks noGrp="1"/>
          </p:cNvSpPr>
          <p:nvPr>
            <p:ph type="sldNum" sz="quarter" idx="11"/>
          </p:nvPr>
        </p:nvSpPr>
        <p:spPr>
          <a:xfrm>
            <a:off x="6359654" y="6356349"/>
            <a:ext cx="784860" cy="365125"/>
          </a:xfrm>
        </p:spPr>
        <p:txBody>
          <a:bodyPr/>
          <a:lstStyle/>
          <a:p>
            <a:fld id="{294A09A9-5501-47C1-A89A-A340965A2BE2}" type="slidenum">
              <a:rPr lang="en-US" smtClean="0"/>
              <a:pPr/>
              <a:t>5</a:t>
            </a:fld>
            <a:r>
              <a:rPr lang="en-US" dirty="0"/>
              <a:t>5</a:t>
            </a:r>
          </a:p>
        </p:txBody>
      </p:sp>
    </p:spTree>
    <p:extLst>
      <p:ext uri="{BB962C8B-B14F-4D97-AF65-F5344CB8AC3E}">
        <p14:creationId xmlns:p14="http://schemas.microsoft.com/office/powerpoint/2010/main" val="512396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29B88-9014-163A-F7CD-231C1DB91D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3701E8-293C-FC4E-DABA-7EF765C5FBC3}"/>
              </a:ext>
            </a:extLst>
          </p:cNvPr>
          <p:cNvSpPr>
            <a:spLocks noGrp="1"/>
          </p:cNvSpPr>
          <p:nvPr>
            <p:ph type="title"/>
          </p:nvPr>
        </p:nvSpPr>
        <p:spPr>
          <a:xfrm>
            <a:off x="8101584" y="1408176"/>
            <a:ext cx="3392424" cy="4014216"/>
          </a:xfrm>
        </p:spPr>
        <p:txBody>
          <a:bodyPr/>
          <a:lstStyle/>
          <a:p>
            <a:r>
              <a:rPr lang="en-US" b="1" dirty="0"/>
              <a:t> Key points</a:t>
            </a:r>
          </a:p>
        </p:txBody>
      </p:sp>
      <p:sp>
        <p:nvSpPr>
          <p:cNvPr id="10" name="Content Placeholder 9">
            <a:extLst>
              <a:ext uri="{FF2B5EF4-FFF2-40B4-BE49-F238E27FC236}">
                <a16:creationId xmlns:a16="http://schemas.microsoft.com/office/drawing/2014/main" id="{18F6423F-05BF-B36C-30F0-A7DEB4A5FCD1}"/>
              </a:ext>
            </a:extLst>
          </p:cNvPr>
          <p:cNvSpPr>
            <a:spLocks noGrp="1"/>
          </p:cNvSpPr>
          <p:nvPr>
            <p:ph sz="quarter" idx="12"/>
          </p:nvPr>
        </p:nvSpPr>
        <p:spPr>
          <a:xfrm>
            <a:off x="198120" y="335281"/>
            <a:ext cx="6946394" cy="5975348"/>
          </a:xfrm>
        </p:spPr>
        <p:txBody>
          <a:bodyPr/>
          <a:lstStyle/>
          <a:p>
            <a:pPr marL="342900" indent="-342900">
              <a:buFont typeface="Arial" panose="020B0604020202020204" pitchFamily="34" charset="0"/>
              <a:buChar char="•"/>
            </a:pPr>
            <a:r>
              <a:rPr lang="en-US" b="1" dirty="0">
                <a:solidFill>
                  <a:srgbClr val="00B050"/>
                </a:solidFill>
              </a:rPr>
              <a:t>C. Gender Based Analysis </a:t>
            </a:r>
            <a:r>
              <a:rPr lang="en-US" b="1" dirty="0"/>
              <a:t>:-</a:t>
            </a:r>
          </a:p>
          <a:p>
            <a:pPr marL="342900" indent="-342900">
              <a:buFont typeface="Arial" panose="020B0604020202020204" pitchFamily="34" charset="0"/>
              <a:buChar char="•"/>
            </a:pPr>
            <a:r>
              <a:rPr lang="en-US" b="1" dirty="0"/>
              <a:t>The dashboard highlights disparities in healthcare costs between male and female patients.</a:t>
            </a:r>
          </a:p>
          <a:p>
            <a:pPr marL="342900" indent="-342900">
              <a:buFont typeface="Arial" panose="020B0604020202020204" pitchFamily="34" charset="0"/>
              <a:buChar char="•"/>
            </a:pPr>
            <a:r>
              <a:rPr lang="en-US" b="1" dirty="0"/>
              <a:t>Specific diagnosis codes show a higher financial burden for one gender over the other.</a:t>
            </a:r>
          </a:p>
        </p:txBody>
      </p:sp>
      <p:sp>
        <p:nvSpPr>
          <p:cNvPr id="2" name="Footer Placeholder 1">
            <a:extLst>
              <a:ext uri="{FF2B5EF4-FFF2-40B4-BE49-F238E27FC236}">
                <a16:creationId xmlns:a16="http://schemas.microsoft.com/office/drawing/2014/main" id="{B015A559-F9AE-D721-A611-FCF195E9038A}"/>
              </a:ext>
            </a:extLst>
          </p:cNvPr>
          <p:cNvSpPr>
            <a:spLocks noGrp="1"/>
          </p:cNvSpPr>
          <p:nvPr>
            <p:ph type="ftr" sz="quarter" idx="10"/>
          </p:nvPr>
        </p:nvSpPr>
        <p:spPr>
          <a:xfrm>
            <a:off x="932688" y="6675756"/>
            <a:ext cx="4114800" cy="45719"/>
          </a:xfrm>
        </p:spPr>
        <p:txBody>
          <a:bodyPr/>
          <a:lstStyle/>
          <a:p>
            <a:r>
              <a:rPr lang="en-US" dirty="0"/>
              <a:t> </a:t>
            </a:r>
            <a:r>
              <a:rPr lang="en-US" b="1" dirty="0"/>
              <a:t>Healthcare Cost and Resource Utilization </a:t>
            </a:r>
            <a:endParaRPr lang="en-US" dirty="0"/>
          </a:p>
          <a:p>
            <a:endParaRPr lang="en-US" dirty="0"/>
          </a:p>
          <a:p>
            <a:endParaRPr lang="en-US" dirty="0"/>
          </a:p>
        </p:txBody>
      </p:sp>
      <p:sp>
        <p:nvSpPr>
          <p:cNvPr id="3" name="Slide Number Placeholder 2">
            <a:extLst>
              <a:ext uri="{FF2B5EF4-FFF2-40B4-BE49-F238E27FC236}">
                <a16:creationId xmlns:a16="http://schemas.microsoft.com/office/drawing/2014/main" id="{F24E515A-3A37-270A-60DA-5CD50E44D53F}"/>
              </a:ext>
            </a:extLst>
          </p:cNvPr>
          <p:cNvSpPr>
            <a:spLocks noGrp="1"/>
          </p:cNvSpPr>
          <p:nvPr>
            <p:ph type="sldNum" sz="quarter" idx="11"/>
          </p:nvPr>
        </p:nvSpPr>
        <p:spPr>
          <a:xfrm>
            <a:off x="6359654" y="6356349"/>
            <a:ext cx="784860" cy="365125"/>
          </a:xfrm>
        </p:spPr>
        <p:txBody>
          <a:bodyPr/>
          <a:lstStyle/>
          <a:p>
            <a:fld id="{294A09A9-5501-47C1-A89A-A340965A2BE2}" type="slidenum">
              <a:rPr lang="en-US" smtClean="0"/>
              <a:pPr/>
              <a:t>6</a:t>
            </a:fld>
            <a:r>
              <a:rPr lang="en-US" dirty="0"/>
              <a:t>5</a:t>
            </a:r>
          </a:p>
        </p:txBody>
      </p:sp>
    </p:spTree>
    <p:extLst>
      <p:ext uri="{BB962C8B-B14F-4D97-AF65-F5344CB8AC3E}">
        <p14:creationId xmlns:p14="http://schemas.microsoft.com/office/powerpoint/2010/main" val="154069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246B-8AB7-A0C9-C6DD-5D9F49D5BC37}"/>
              </a:ext>
            </a:extLst>
          </p:cNvPr>
          <p:cNvSpPr>
            <a:spLocks noGrp="1"/>
          </p:cNvSpPr>
          <p:nvPr>
            <p:ph type="title"/>
          </p:nvPr>
        </p:nvSpPr>
        <p:spPr>
          <a:xfrm>
            <a:off x="932688" y="228600"/>
            <a:ext cx="9528048" cy="1600200"/>
          </a:xfrm>
        </p:spPr>
        <p:txBody>
          <a:bodyPr/>
          <a:lstStyle/>
          <a:p>
            <a:r>
              <a:rPr lang="en-US" b="1" dirty="0"/>
              <a:t>Conclusion</a:t>
            </a:r>
          </a:p>
        </p:txBody>
      </p:sp>
      <p:sp>
        <p:nvSpPr>
          <p:cNvPr id="5" name="Content Placeholder 4">
            <a:extLst>
              <a:ext uri="{FF2B5EF4-FFF2-40B4-BE49-F238E27FC236}">
                <a16:creationId xmlns:a16="http://schemas.microsoft.com/office/drawing/2014/main" id="{B20DCAFD-6C4D-D08A-CF94-0DA099CE4B5A}"/>
              </a:ext>
            </a:extLst>
          </p:cNvPr>
          <p:cNvSpPr>
            <a:spLocks noGrp="1"/>
          </p:cNvSpPr>
          <p:nvPr>
            <p:ph sz="quarter" idx="12"/>
          </p:nvPr>
        </p:nvSpPr>
        <p:spPr>
          <a:xfrm>
            <a:off x="198120" y="2432304"/>
            <a:ext cx="11704320" cy="3739896"/>
          </a:xfrm>
        </p:spPr>
        <p:txBody>
          <a:bodyPr>
            <a:normAutofit/>
          </a:bodyPr>
          <a:lstStyle/>
          <a:p>
            <a:r>
              <a:rPr lang="en-US" sz="3200" b="1" dirty="0"/>
              <a:t>The insights derived from this data analytics dashboard help stakeholders make informed decisions regarding healthcare expenditure and resource distribution. By implementing strategic interventions, healthcare providers and policymakers can improve cost efficiency while ensuring optimal patient care</a:t>
            </a:r>
          </a:p>
        </p:txBody>
      </p:sp>
      <p:sp>
        <p:nvSpPr>
          <p:cNvPr id="3" name="Footer Placeholder 2">
            <a:extLst>
              <a:ext uri="{FF2B5EF4-FFF2-40B4-BE49-F238E27FC236}">
                <a16:creationId xmlns:a16="http://schemas.microsoft.com/office/drawing/2014/main" id="{92F99439-1EDB-4E13-5595-B32899617DF1}"/>
              </a:ext>
            </a:extLst>
          </p:cNvPr>
          <p:cNvSpPr>
            <a:spLocks noGrp="1"/>
          </p:cNvSpPr>
          <p:nvPr>
            <p:ph type="ftr" sz="quarter" idx="10"/>
          </p:nvPr>
        </p:nvSpPr>
        <p:spPr>
          <a:xfrm>
            <a:off x="932688" y="6356350"/>
            <a:ext cx="4114800" cy="365125"/>
          </a:xfrm>
        </p:spPr>
        <p:txBody>
          <a:bodyPr/>
          <a:lstStyle/>
          <a:p>
            <a:r>
              <a:rPr lang="en-US" dirty="0"/>
              <a:t> </a:t>
            </a:r>
            <a:r>
              <a:rPr lang="en-US" b="1" dirty="0"/>
              <a:t>Healthcare Cost and Resource Utilization </a:t>
            </a:r>
            <a:endParaRPr lang="en-US" dirty="0"/>
          </a:p>
        </p:txBody>
      </p:sp>
      <p:sp>
        <p:nvSpPr>
          <p:cNvPr id="4" name="Slide Number Placeholder 3">
            <a:extLst>
              <a:ext uri="{FF2B5EF4-FFF2-40B4-BE49-F238E27FC236}">
                <a16:creationId xmlns:a16="http://schemas.microsoft.com/office/drawing/2014/main" id="{19451A59-0D86-B758-5926-53062622A5E7}"/>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1117481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4" descr="A bouquet of flowers">
            <a:extLst>
              <a:ext uri="{FF2B5EF4-FFF2-40B4-BE49-F238E27FC236}">
                <a16:creationId xmlns:a16="http://schemas.microsoft.com/office/drawing/2014/main" id="{D34D75C6-A35A-52D3-B03F-61494B858038}"/>
              </a:ext>
            </a:extLst>
          </p:cNvPr>
          <p:cNvPicPr>
            <a:picLocks noGrp="1" noChangeAspect="1"/>
          </p:cNvPicPr>
          <p:nvPr>
            <p:ph type="pic" sz="quarter" idx="10"/>
          </p:nvPr>
        </p:nvPicPr>
        <p:blipFill>
          <a:blip r:embed="rId2" cstate="screen">
            <a:extLst>
              <a:ext uri="{BEBA8EAE-BF5A-486C-A8C5-ECC9F3942E4B}">
                <a14:imgProps xmlns:a14="http://schemas.microsoft.com/office/drawing/2010/main">
                  <a14:imgLayer r:embed="rId3">
                    <a14:imgEffect>
                      <a14:brightnessContrast bright="-66000"/>
                    </a14:imgEffect>
                  </a14:imgLayer>
                </a14:imgProps>
              </a:ext>
              <a:ext uri="{28A0092B-C50C-407E-A947-70E740481C1C}">
                <a14:useLocalDpi xmlns:a14="http://schemas.microsoft.com/office/drawing/2010/main"/>
              </a:ext>
            </a:extLst>
          </a:blip>
          <a:srcRect/>
          <a:stretch/>
        </p:blipFill>
        <p:spPr>
          <a:xfrm>
            <a:off x="0" y="0"/>
            <a:ext cx="12192000" cy="6858000"/>
          </a:xfrm>
          <a:solidFill>
            <a:schemeClr val="bg1">
              <a:lumMod val="95000"/>
            </a:schemeClr>
          </a:solidFill>
        </p:spPr>
      </p:pic>
      <p:sp>
        <p:nvSpPr>
          <p:cNvPr id="10" name="Title 9">
            <a:extLst>
              <a:ext uri="{FF2B5EF4-FFF2-40B4-BE49-F238E27FC236}">
                <a16:creationId xmlns:a16="http://schemas.microsoft.com/office/drawing/2014/main" id="{9C3427B2-C457-FC4C-BA04-44EF586F3462}"/>
              </a:ext>
            </a:extLst>
          </p:cNvPr>
          <p:cNvSpPr>
            <a:spLocks noGrp="1"/>
          </p:cNvSpPr>
          <p:nvPr>
            <p:ph type="ctrTitle"/>
          </p:nvPr>
        </p:nvSpPr>
        <p:spPr/>
        <p:txBody>
          <a:bodyPr/>
          <a:lstStyle/>
          <a:p>
            <a:r>
              <a:rPr lang="en-US" b="1" dirty="0"/>
              <a:t>THANK YOU</a:t>
            </a:r>
          </a:p>
        </p:txBody>
      </p:sp>
      <p:sp>
        <p:nvSpPr>
          <p:cNvPr id="4" name="Footer Placeholder 3">
            <a:extLst>
              <a:ext uri="{FF2B5EF4-FFF2-40B4-BE49-F238E27FC236}">
                <a16:creationId xmlns:a16="http://schemas.microsoft.com/office/drawing/2014/main" id="{009C8D8B-2E15-875B-08A8-28C5524EF694}"/>
              </a:ext>
            </a:extLst>
          </p:cNvPr>
          <p:cNvSpPr>
            <a:spLocks noGrp="1"/>
          </p:cNvSpPr>
          <p:nvPr>
            <p:ph type="ftr" sz="quarter" idx="4294967295"/>
          </p:nvPr>
        </p:nvSpPr>
        <p:spPr>
          <a:xfrm>
            <a:off x="0" y="6356350"/>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1594F408-30BE-5DC2-806D-A217DB0281B2}"/>
              </a:ext>
            </a:extLst>
          </p:cNvPr>
          <p:cNvSpPr>
            <a:spLocks noGrp="1"/>
          </p:cNvSpPr>
          <p:nvPr>
            <p:ph type="sldNum" sz="quarter" idx="4294967295"/>
          </p:nvPr>
        </p:nvSpPr>
        <p:spPr>
          <a:xfrm>
            <a:off x="11407775" y="6356350"/>
            <a:ext cx="784225" cy="365125"/>
          </a:xfrm>
        </p:spPr>
        <p:txBody>
          <a:bodyPr/>
          <a:lstStyle/>
          <a:p>
            <a:fld id="{294A09A9-5501-47C1-A89A-A340965A2BE2}" type="slidenum">
              <a:rPr lang="en-US" smtClean="0"/>
              <a:pPr/>
              <a:t>8</a:t>
            </a:fld>
            <a:endParaRPr lang="en-US" dirty="0"/>
          </a:p>
        </p:txBody>
      </p:sp>
      <p:sp>
        <p:nvSpPr>
          <p:cNvPr id="11" name="Plaque 10">
            <a:extLst>
              <a:ext uri="{FF2B5EF4-FFF2-40B4-BE49-F238E27FC236}">
                <a16:creationId xmlns:a16="http://schemas.microsoft.com/office/drawing/2014/main" id="{95E724B3-E95F-E150-E7F9-1C3F634EF02A}"/>
              </a:ext>
              <a:ext uri="{C183D7F6-B498-43B3-948B-1728B52AA6E4}">
                <adec:decorative xmlns:adec="http://schemas.microsoft.com/office/drawing/2017/decorative" val="1"/>
              </a:ext>
            </a:extLst>
          </p:cNvPr>
          <p:cNvSpPr/>
          <p:nvPr/>
        </p:nvSpPr>
        <p:spPr>
          <a:xfrm>
            <a:off x="1332854" y="1782305"/>
            <a:ext cx="9546956" cy="3270142"/>
          </a:xfrm>
          <a:prstGeom prst="plaque">
            <a:avLst>
              <a:gd name="adj" fmla="val 7602"/>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FBFEC193-4F90-6CAE-6259-21C8B6A84825}"/>
              </a:ext>
              <a:ext uri="{C183D7F6-B498-43B3-948B-1728B52AA6E4}">
                <adec:decorative xmlns:adec="http://schemas.microsoft.com/office/drawing/2017/decorative" val="1"/>
              </a:ext>
            </a:extLst>
          </p:cNvPr>
          <p:cNvPicPr>
            <a:picLocks noChangeAspect="1"/>
          </p:cNvPicPr>
          <p:nvPr/>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5608561" y="4925255"/>
            <a:ext cx="972078" cy="285381"/>
          </a:xfrm>
          <a:prstGeom prst="rect">
            <a:avLst/>
          </a:prstGeom>
        </p:spPr>
      </p:pic>
      <p:pic>
        <p:nvPicPr>
          <p:cNvPr id="13" name="Picture 12">
            <a:extLst>
              <a:ext uri="{FF2B5EF4-FFF2-40B4-BE49-F238E27FC236}">
                <a16:creationId xmlns:a16="http://schemas.microsoft.com/office/drawing/2014/main" id="{6F119B25-42CB-340B-ACB4-22178DF129D4}"/>
              </a:ext>
              <a:ext uri="{C183D7F6-B498-43B3-948B-1728B52AA6E4}">
                <adec:decorative xmlns:adec="http://schemas.microsoft.com/office/drawing/2017/decorative" val="1"/>
              </a:ext>
            </a:extLst>
          </p:cNvPr>
          <p:cNvPicPr>
            <a:picLocks noChangeAspect="1"/>
          </p:cNvPicPr>
          <p:nvPr/>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rot="10800000">
            <a:off x="5608561" y="1624116"/>
            <a:ext cx="972078" cy="285381"/>
          </a:xfrm>
          <a:prstGeom prst="rect">
            <a:avLst/>
          </a:prstGeom>
        </p:spPr>
      </p:pic>
    </p:spTree>
    <p:extLst>
      <p:ext uri="{BB962C8B-B14F-4D97-AF65-F5344CB8AC3E}">
        <p14:creationId xmlns:p14="http://schemas.microsoft.com/office/powerpoint/2010/main" val="433481746"/>
      </p:ext>
    </p:extLst>
  </p:cSld>
  <p:clrMapOvr>
    <a:masterClrMapping/>
  </p:clrMapOvr>
</p:sld>
</file>

<file path=ppt/theme/theme1.xml><?xml version="1.0" encoding="utf-8"?>
<a:theme xmlns:a="http://schemas.openxmlformats.org/drawingml/2006/main" name="Custom">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lourish_win32_CP_v3" id="{3BF332BF-22B8-49D8-950E-E9BBBBF59833}" vid="{E4E7F1DC-3AF4-489F-A450-0CED11A8EB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915FD3-F777-4046-A12C-BE3860E324BC}">
  <ds:schemaRefs>
    <ds:schemaRef ds:uri="http://schemas.microsoft.com/sharepoint/v3/contenttype/forms"/>
  </ds:schemaRefs>
</ds:datastoreItem>
</file>

<file path=customXml/itemProps2.xml><?xml version="1.0" encoding="utf-8"?>
<ds:datastoreItem xmlns:ds="http://schemas.openxmlformats.org/officeDocument/2006/customXml" ds:itemID="{A384BFC8-02DA-464F-AE97-4951BE47415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1E6BC5B-F32E-483D-A6CB-100D6BCB78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{7DD4FDDB-07AF-4658-8998-D97D7EEBBCC8}tf56410444_win32</Template>
  <TotalTime>27</TotalTime>
  <Words>316</Words>
  <Application>Microsoft Office PowerPoint</Application>
  <PresentationFormat>Widescreen</PresentationFormat>
  <Paragraphs>30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Baskerville Old Face</vt:lpstr>
      <vt:lpstr>Calibri</vt:lpstr>
      <vt:lpstr>Gill Sans Nova Light</vt:lpstr>
      <vt:lpstr>Custom</vt:lpstr>
      <vt:lpstr> Healthcare Cost and Resource Utilization </vt:lpstr>
      <vt:lpstr>Introduction</vt:lpstr>
      <vt:lpstr>Acknowledgement</vt:lpstr>
      <vt:lpstr>Dashboard</vt:lpstr>
      <vt:lpstr> Key points</vt:lpstr>
      <vt:lpstr> Key points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1</cp:revision>
  <dcterms:created xsi:type="dcterms:W3CDTF">2025-04-09T07:51:44Z</dcterms:created>
  <dcterms:modified xsi:type="dcterms:W3CDTF">2025-04-09T08:19:31Z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